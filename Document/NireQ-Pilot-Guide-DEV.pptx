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a3f08a88d4999" /><Relationship Type="http://schemas.openxmlformats.org/officeDocument/2006/relationships/extended-properties" Target="/docProps/app.xml" Id="R9f70f3b5ad8c465d" /><Relationship Type="http://schemas.openxmlformats.org/officeDocument/2006/relationships/officeDocument" Target="/ppt/presentation.xml" Id="Re96f6a18d1ea4e6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dfbf04162841bb"/>
  </p:sldMasterIdLst>
  <p:notesMasterIdLst>
    <p:notesMasterId xmlns:r="http://schemas.openxmlformats.org/officeDocument/2006/relationships" r:id="R680d5d76626a414d"/>
  </p:notesMasterIdLst>
  <p:sldIdLst>
    <p:sldId xmlns:r="http://schemas.openxmlformats.org/officeDocument/2006/relationships" id="256" r:id="Rcbb354e81e0b44d9"/>
    <p:sldId xmlns:r="http://schemas.openxmlformats.org/officeDocument/2006/relationships" id="257" r:id="R0c70336220434f3f"/>
    <p:sldId xmlns:r="http://schemas.openxmlformats.org/officeDocument/2006/relationships" id="258" r:id="Ra5af91c00c9d449c"/>
    <p:sldId xmlns:r="http://schemas.openxmlformats.org/officeDocument/2006/relationships" id="259" r:id="R806f1a8fe9cf4e3e"/>
    <p:sldId xmlns:r="http://schemas.openxmlformats.org/officeDocument/2006/relationships" id="260" r:id="R6146e8ba7210437a"/>
    <p:sldId xmlns:r="http://schemas.openxmlformats.org/officeDocument/2006/relationships" id="261" r:id="R1bd19308635d4af2"/>
    <p:sldId xmlns:r="http://schemas.openxmlformats.org/officeDocument/2006/relationships" id="262" r:id="R02576c555e474e28"/>
    <p:sldId xmlns:r="http://schemas.openxmlformats.org/officeDocument/2006/relationships" id="263" r:id="R25d41c6b2fa246df"/>
    <p:sldId xmlns:r="http://schemas.openxmlformats.org/officeDocument/2006/relationships" id="264" r:id="R1ff8fe13d4bb4697"/>
    <p:sldId xmlns:r="http://schemas.openxmlformats.org/officeDocument/2006/relationships" id="265" r:id="R37e04c11bb8145a2"/>
    <p:sldId xmlns:r="http://schemas.openxmlformats.org/officeDocument/2006/relationships" id="266" r:id="R1b93ef7640fa400c"/>
    <p:sldId xmlns:r="http://schemas.openxmlformats.org/officeDocument/2006/relationships" id="267" r:id="Rf25d5196f7714f0a"/>
    <p:sldId xmlns:r="http://schemas.openxmlformats.org/officeDocument/2006/relationships" id="268" r:id="R2995b03f220443bb"/>
    <p:sldId xmlns:r="http://schemas.openxmlformats.org/officeDocument/2006/relationships" id="269" r:id="Rf46b7c1bed88494b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dfbf04162841bb" /><Relationship Type="http://schemas.openxmlformats.org/officeDocument/2006/relationships/theme" Target="/ppt/theme/theme1.xml" Id="Rf53f0d8f14d840b4" /><Relationship Type="http://schemas.openxmlformats.org/officeDocument/2006/relationships/notesMaster" Target="/ppt/notesMasters/notesMaster1.xml" Id="R680d5d76626a414d" /><Relationship Type="http://schemas.openxmlformats.org/officeDocument/2006/relationships/presProps" Target="/ppt/presProps.xml" Id="Rc46215131386485f" /><Relationship Type="http://schemas.openxmlformats.org/officeDocument/2006/relationships/viewProps" Target="/ppt/viewProps.xml" Id="Rb8da746739d54cc5" /><Relationship Type="http://schemas.openxmlformats.org/officeDocument/2006/relationships/tableStyles" Target="/ppt/tableStyles.xml" Id="Rb904754e31c44fb7" /><Relationship Type="http://schemas.openxmlformats.org/officeDocument/2006/relationships/slide" Target="/ppt/slides/slide1.xml" Id="Rcbb354e81e0b44d9" /><Relationship Type="http://schemas.openxmlformats.org/officeDocument/2006/relationships/slide" Target="/ppt/slides/slide2.xml" Id="R0c70336220434f3f" /><Relationship Type="http://schemas.openxmlformats.org/officeDocument/2006/relationships/slide" Target="/ppt/slides/slide3.xml" Id="Ra5af91c00c9d449c" /><Relationship Type="http://schemas.openxmlformats.org/officeDocument/2006/relationships/slide" Target="/ppt/slides/slide4.xml" Id="R806f1a8fe9cf4e3e" /><Relationship Type="http://schemas.openxmlformats.org/officeDocument/2006/relationships/slide" Target="/ppt/slides/slide5.xml" Id="R6146e8ba7210437a" /><Relationship Type="http://schemas.openxmlformats.org/officeDocument/2006/relationships/slide" Target="/ppt/slides/slide6.xml" Id="R1bd19308635d4af2" /><Relationship Type="http://schemas.openxmlformats.org/officeDocument/2006/relationships/slide" Target="/ppt/slides/slide7.xml" Id="R02576c555e474e28" /><Relationship Type="http://schemas.openxmlformats.org/officeDocument/2006/relationships/slide" Target="/ppt/slides/slide8.xml" Id="R25d41c6b2fa246df" /><Relationship Type="http://schemas.openxmlformats.org/officeDocument/2006/relationships/slide" Target="/ppt/slides/slide9.xml" Id="R1ff8fe13d4bb4697" /><Relationship Type="http://schemas.openxmlformats.org/officeDocument/2006/relationships/slide" Target="/ppt/slides/slide10.xml" Id="R37e04c11bb8145a2" /><Relationship Type="http://schemas.openxmlformats.org/officeDocument/2006/relationships/slide" Target="/ppt/slides/slide11.xml" Id="R1b93ef7640fa400c" /><Relationship Type="http://schemas.openxmlformats.org/officeDocument/2006/relationships/slide" Target="/ppt/slides/slide12.xml" Id="Rf25d5196f7714f0a" /><Relationship Type="http://schemas.openxmlformats.org/officeDocument/2006/relationships/slide" Target="/ppt/slides/slide13.xml" Id="R2995b03f220443bb" /><Relationship Type="http://schemas.openxmlformats.org/officeDocument/2006/relationships/slide" Target="/ppt/slides/slide14.xml" Id="Rf46b7c1bed8849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aa6b7b174714e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1847f84eb8d4224" /><Relationship Type="http://schemas.openxmlformats.org/officeDocument/2006/relationships/notesMaster" Target="/ppt/notesMasters/notesMaster1.xml" Id="Rf84f1ec2ce6345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f4a7c9e8464ab8" /><Relationship Type="http://schemas.openxmlformats.org/officeDocument/2006/relationships/notesMaster" Target="/ppt/notesMasters/notesMaster1.xml" Id="Rc20e02cd6d4845b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14e079e32154d5e" /><Relationship Type="http://schemas.openxmlformats.org/officeDocument/2006/relationships/notesMaster" Target="/ppt/notesMasters/notesMaster1.xml" Id="R79ff8f83a60b43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4711676c1446b6" /><Relationship Type="http://schemas.openxmlformats.org/officeDocument/2006/relationships/notesMaster" Target="/ppt/notesMasters/notesMaster1.xml" Id="Ra77ad11149a740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4a6fb2047704de7" /><Relationship Type="http://schemas.openxmlformats.org/officeDocument/2006/relationships/notesMaster" Target="/ppt/notesMasters/notesMaster1.xml" Id="R1b8c2d495fa943e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99a17de9394a26" /><Relationship Type="http://schemas.openxmlformats.org/officeDocument/2006/relationships/notesMaster" Target="/ppt/notesMasters/notesMaster1.xml" Id="R62bf616ea51140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abe0efa0fa4d57" /><Relationship Type="http://schemas.openxmlformats.org/officeDocument/2006/relationships/notesMaster" Target="/ppt/notesMasters/notesMaster1.xml" Id="R4516c7d11ab44f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3ca52f59a7464c" /><Relationship Type="http://schemas.openxmlformats.org/officeDocument/2006/relationships/notesMaster" Target="/ppt/notesMasters/notesMaster1.xml" Id="R274c7c8b86304a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8519a08e7c4ea2" /><Relationship Type="http://schemas.openxmlformats.org/officeDocument/2006/relationships/notesMaster" Target="/ppt/notesMasters/notesMaster1.xml" Id="R158b9f509d8e45b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413f709952e459c" /><Relationship Type="http://schemas.openxmlformats.org/officeDocument/2006/relationships/notesMaster" Target="/ppt/notesMasters/notesMaster1.xml" Id="Rfcff8da8a85d4fe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5a29f33325a4ecb" /><Relationship Type="http://schemas.openxmlformats.org/officeDocument/2006/relationships/notesMaster" Target="/ppt/notesMasters/notesMaster1.xml" Id="R5beb5fb6ac8e470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e993821b244741" /><Relationship Type="http://schemas.openxmlformats.org/officeDocument/2006/relationships/notesMaster" Target="/ppt/notesMasters/notesMaster1.xml" Id="R851a8da105e647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5a9e43da28b4b7b" /><Relationship Type="http://schemas.openxmlformats.org/officeDocument/2006/relationships/notesMaster" Target="/ppt/notesMasters/notesMaster1.xml" Id="R4632fbf013a04f5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3b92994974c4833" /><Relationship Type="http://schemas.openxmlformats.org/officeDocument/2006/relationships/notesMaster" Target="/ppt/notesMasters/notesMaster1.xml" Id="Rf7282cb3480346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f7097acbfc47b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4d6bce1674d4688" /><Relationship Type="http://schemas.openxmlformats.org/officeDocument/2006/relationships/slideLayout" Target="/ppt/slideLayouts/slideLayout2.xml" Id="R80d5ad9a5c144b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d5ad9a5c144b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089dc282b448b" /><Relationship Type="http://schemas.openxmlformats.org/officeDocument/2006/relationships/image" Target="/ppt/media/image.png" Id="R33cfb061c7c54de7" /><Relationship Type="http://schemas.openxmlformats.org/officeDocument/2006/relationships/notesSlide" Target="/ppt/notesSlides/notesSlide1.xml" Id="R4f8c888d33f848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aa8ece1ef04f73" /><Relationship Type="http://schemas.openxmlformats.org/officeDocument/2006/relationships/image" Target="/ppt/media/image2.png" Id="Rdfa557c84f5f489e" /><Relationship Type="http://schemas.openxmlformats.org/officeDocument/2006/relationships/notesSlide" Target="/ppt/notesSlides/notesSlide2.xml" Id="R3457a3bd085440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e3965fe4a24fe9" /><Relationship Type="http://schemas.openxmlformats.org/officeDocument/2006/relationships/image" Target="/ppt/media/image3.png" Id="Raf86868a638747b5" /><Relationship Type="http://schemas.openxmlformats.org/officeDocument/2006/relationships/notesSlide" Target="/ppt/notesSlides/notesSlide3.xml" Id="R7c542edbf39b48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4b792e957244b0" /><Relationship Type="http://schemas.openxmlformats.org/officeDocument/2006/relationships/image" Target="/ppt/media/image4.png" Id="Rdac1e8705a9040b7" /><Relationship Type="http://schemas.openxmlformats.org/officeDocument/2006/relationships/notesSlide" Target="/ppt/notesSlides/notesSlide4.xml" Id="R38e4dc11029545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068c12076d460e" /><Relationship Type="http://schemas.openxmlformats.org/officeDocument/2006/relationships/image" Target="/ppt/media/image5.png" Id="Rcac8cf8da38f4293" /><Relationship Type="http://schemas.openxmlformats.org/officeDocument/2006/relationships/notesSlide" Target="/ppt/notesSlides/notesSlide5.xml" Id="R835b758906c54b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106df2d22c496b" /><Relationship Type="http://schemas.openxmlformats.org/officeDocument/2006/relationships/image" Target="/ppt/media/image6.png" Id="Rbdb67cd57dd3454f" /><Relationship Type="http://schemas.openxmlformats.org/officeDocument/2006/relationships/image" Target="/ppt/media/image7.png" Id="R5895172f0ce84e4a" /><Relationship Type="http://schemas.openxmlformats.org/officeDocument/2006/relationships/notesSlide" Target="/ppt/notesSlides/notesSlide6.xml" Id="R1af16cd36d2e4c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ea130f125645df" /><Relationship Type="http://schemas.openxmlformats.org/officeDocument/2006/relationships/image" Target="/ppt/media/image8.png" Id="Rc9f293c8388d4c0d" /><Relationship Type="http://schemas.openxmlformats.org/officeDocument/2006/relationships/notesSlide" Target="/ppt/notesSlides/notesSlide7.xml" Id="R9c526ff7039e46f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f321520ef74b67" /><Relationship Type="http://schemas.openxmlformats.org/officeDocument/2006/relationships/image" Target="/ppt/media/image9.png" Id="R02335353029540ef" /><Relationship Type="http://schemas.openxmlformats.org/officeDocument/2006/relationships/image" Target="/ppt/media/image10.png" Id="Rf4ea2152cd494b26" /><Relationship Type="http://schemas.openxmlformats.org/officeDocument/2006/relationships/notesSlide" Target="/ppt/notesSlides/notesSlide8.xml" Id="Rba4b204049f144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5f642cd205470e" /><Relationship Type="http://schemas.openxmlformats.org/officeDocument/2006/relationships/image" Target="/ppt/media/image11.png" Id="R22267e718860487e" /><Relationship Type="http://schemas.openxmlformats.org/officeDocument/2006/relationships/image" Target="/ppt/media/image12.png" Id="Re41bbf2665aa44e6" /><Relationship Type="http://schemas.openxmlformats.org/officeDocument/2006/relationships/notesSlide" Target="/ppt/notesSlides/notesSlide9.xml" Id="Ra0073cb8a8784b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f8481a18f149eb" /><Relationship Type="http://schemas.openxmlformats.org/officeDocument/2006/relationships/image" Target="/ppt/media/image13.png" Id="R14275f6d8d1149a2" /><Relationship Type="http://schemas.openxmlformats.org/officeDocument/2006/relationships/image" Target="/ppt/media/image14.png" Id="Rb185f7f5028b478b" /><Relationship Type="http://schemas.openxmlformats.org/officeDocument/2006/relationships/image" Target="/ppt/media/image15.png" Id="Rbf29ee1b5d164b99" /><Relationship Type="http://schemas.openxmlformats.org/officeDocument/2006/relationships/notesSlide" Target="/ppt/notesSlides/notesSlide10.xml" Id="Rfd8f634a2c854e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189acd8efd4a7a" /><Relationship Type="http://schemas.openxmlformats.org/officeDocument/2006/relationships/image" Target="/ppt/media/image16.png" Id="R59df3bfb6c8e4808" /><Relationship Type="http://schemas.openxmlformats.org/officeDocument/2006/relationships/notesSlide" Target="/ppt/notesSlides/notesSlide11.xml" Id="Re87cf8e622044c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649ffb7b9349e9" /><Relationship Type="http://schemas.openxmlformats.org/officeDocument/2006/relationships/image" Target="/ppt/media/image17.png" Id="R25853bc7154747a5" /><Relationship Type="http://schemas.openxmlformats.org/officeDocument/2006/relationships/notesSlide" Target="/ppt/notesSlides/notesSlide12.xml" Id="Rea666a15348d483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3ec72fd74b4b2f" /><Relationship Type="http://schemas.openxmlformats.org/officeDocument/2006/relationships/image" Target="/ppt/media/image18.png" Id="R27ef3c0dab8147b1" /><Relationship Type="http://schemas.openxmlformats.org/officeDocument/2006/relationships/image" Target="/ppt/media/image19.png" Id="R22049af208984156" /><Relationship Type="http://schemas.openxmlformats.org/officeDocument/2006/relationships/notesSlide" Target="/ppt/notesSlides/notesSlide13.xml" Id="Rb025ae47986442b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6dd3f09bb8436c" /><Relationship Type="http://schemas.openxmlformats.org/officeDocument/2006/relationships/image" Target="/ppt/media/image20.png" Id="R698dc927bead4094" /><Relationship Type="http://schemas.openxmlformats.org/officeDocument/2006/relationships/notesSlide" Target="/ppt/notesSlides/notesSlide14.xml" Id="R5063171699ca42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2EF0DF-D868-4C65-B3CA-0A8FF45A6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2994B-D29F-49DE-9302-F29041FB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ABD46-93D0-4269-B0D1-AC15FF97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2A1AA-7A8D-4C78-9231-37CA0F46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C8214-D404-4D6E-9158-2BE78952E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2ABCF-7E0B-44D5-9BBF-895D7F945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66800"/>
            <a:ext cx="2095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1F8"/>
          </a:solidFill>
          <a:ln xmlns:a="http://schemas.openxmlformats.org/drawingml/2006/main" w="9525">
            <a:solidFill>
              <a:srgbClr val="F8C9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2825E-36CB-4D4C-BC4A-BDE9F69C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71575"/>
            <a:ext cx="1752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PILOT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8E355-7A6A-445B-ACE1-37F8A7D8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 pilot guide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A159E-F6C0-4FC3-A678-D2542972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คู่มือแนะนำ flow จริงสำหรับ creator booth, queue, POS และ customer จาก DEV preview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85D06-7C24-462A-87F4-C722EFFD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304925"/>
            <a:ext cx="7010400" cy="4629150"/>
          </a:xfrm>
          <a:prstGeom xmlns:a="http://schemas.openxmlformats.org/drawingml/2006/main" prst="roundRect">
            <a:avLst>
              <a:gd name="adj" fmla="val 16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fb061c7c54de7"/>
          <a:srcRect xmlns:a="http://schemas.openxmlformats.org/drawingml/2006/main" l="2128" t="0" r="21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381125"/>
            <a:ext cx="6858000" cy="44767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A1DB85-F96E-4C98-9155-034070E9E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61F43F-A78C-45EE-9E07-24A617E92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ค้นหาบูธ creator ก่อนถึงหน้างาน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18C8CF-CB4E-4676-BBCA-55D386D6C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2E184D-0151-40EA-9E6D-796EF6F2D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816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รับคิวและดูสถานะแบบ mobile-first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614D5-6C72-4E7A-9920-08B70D70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72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DA4D9C-1594-448F-A452-55EDD886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ทีมงานเปิดบูธ เรียกคิว และขายสินค้าได้ในหน้าเดียว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1EEDA-3517-494F-8687-18639878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9644903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DC4AA-B3CA-4304-9ED5-E60BB7DE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02559-41E9-4BE6-ACDE-71CCE8F2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AC6CC-4B1C-4BF7-B08D-F3BD4F88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55402-535D-4295-9625-41294A54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7B4815-C214-40A6-A9B8-35EF0EB2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E5EFFD-5474-4810-AF66-C7036F02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ภาพรวม: ใครใช้ NireQ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E5B7F-5587-48C7-9BB3-E4A4AD17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แบ่งเป็น 2 ฝั่งหลัก: creator/staff หลังบ้าน และ customer หน้างาน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9886D4-D65F-4F2A-A1A8-CD3F4628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a557c84f5f489e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ED2FD-A8D4-47F4-B4DC-7012046F2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E3FFF-BBA2-443C-8E9A-D0B6FE9E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Creator ตั้งอีเวนต์ สินค้า และทีมงาน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7E17C-2A58-4913-A8A5-DA5F57C1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4227DA-CA16-44BE-B058-3BA1F269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 ดูแลคิวหรือ POS ตาม role ที่ได้รับ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EEE0A-2AB1-4D6E-A2BA-C27A032E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93E755-2392-48F5-B3A2-E44DC27A4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Customer ค้นหาบูธ ดูสินค้า และรับคิวจากมือถือ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7BF97D-D9B4-461E-8F51-CDE5AD74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3568172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6097AD-45DB-487D-A62A-46C10FCC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6B0BA-3E9D-404E-8E1C-0DD668E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1EAC38-31AB-437F-ABC8-596486AC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5DF7F-E937-4F66-AAEA-6E9CF108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9002B-BD18-444F-B3E7-E13ED570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C63CE-9670-46AA-884C-075B8DF7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สมัคร Creator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5A9D4-C281-4AF8-A417-EECC32AC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ผู้สร้างบูธกรอกข้อมูลจริง พร้อม social proof ก่อนรอ approve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EBDB5-8EAB-467F-A26B-BCBEE350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86868a638747b5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5A6703-1980-44A6-9547-5C843007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7C7BC-2ACF-4693-9EEB-514693C5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บังคับข้อมูลติดต่อและลิงก์ยืนยันตัวตน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7E0D2F-DEE0-4FBA-99B1-237463D6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0BDC6-572A-49C1-85CD-99D92247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รหัสผ่านมี checklist ความแข็งแรงแบบ 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C54A07-C6CB-4AEC-A45F-B187BF31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574FD-38C4-4969-A432-480973A0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หลัง approve จึงเข้า workspace เพื่อจัดการบูธได้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7E8462-542C-44A7-87CA-AA66358B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6173717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A602F0-E30C-499A-892A-C846EE117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52A5D-1D05-47B7-BF85-0BF3555B2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6FED8E-D74A-4477-97D9-AF1C729E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AD166-0FE4-43C7-9CD5-BAF379E0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E923D-F99B-40A4-8324-C9DADA11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F7EB73-B20E-4AF4-96E0-B22462F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Login เข้า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9E5ACB-3B2C-4664-B652-FAAEF810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หน้าเดียวสำหรับ Creator / Manager และ Staff ที่ได้รับ invite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2134F-581D-4172-A759-5DD3CDD0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1e8705a9040b7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504C85-5CC2-4A04-82AC-E38A178B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D62AC4-D60D-4042-B267-C9F3C8DA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Creator/Manager เข้า dashboard หลัก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60EB48-5A9A-4F65-AC8D-8F625A8F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2EC3A-506C-4AEE-B439-BC668BF0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 เข้า workspace ตามสิทธิ์ที่ถูกเชิญ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0A0EE-51BB-4D89-BD23-AA1C2B17A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DB2D49-5ABE-4B9D-83D1-69989112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รองรับ magic link และ password 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F28E3F-A729-449D-A4CD-F5107769E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20538957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1F28CB-39FB-4EB1-BAF1-54D439CF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CFF7A6-4753-448C-9A2D-792C87E1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BEF54B-2B22-41F8-A2C5-70EA4ADB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46BBD4-425F-4478-8EE4-563D49E9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055A2-8C66-4F36-A1FD-17F668B8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B90AA-4848-4B57-80F3-67B5310A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1. ตั้ง Event และเปิดบูธ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2C485-5E89-49C1-B2AE-A32158E7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จัดการชื่ออีเวนต์ วันเวลา สถานที่ บูธ และปุ่มเปิด/ปิด booth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051D99-37C5-4709-9FDD-B2A9DA03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c8cf8da38f4293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B7FE26-6EB2-46FE-87B8-CC1F08C3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7B376-D7EB-46CD-AC2E-9A800F4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เห็นสถานะ event และ booth ชัดเจน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8216C0-D15F-4FD7-8068-E9C4BB18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4E877-8F59-477E-8A24-9A1D45A4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เปิด Live Ops ได้ตรงจาก event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0C4D4B-E83E-45B4-9474-404D6FE6C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36024C-0020-4480-BC93-0B6F3992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แชร์ public catalog ให้ลูกค้าเข้าหน้าบูธ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AF065D-2AF5-44DB-9E5F-C8382CBF5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46295808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B6A818-BCEA-489C-B486-C05F4EF5B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141E7-BE82-45D2-955F-DBB4798D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37DDD-D953-4F0E-9332-E5502DA6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29C4-FE1C-43AA-85C4-AE873E01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8AC7C-BD49-4CBB-BEC8-67FB9E38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1A980-6B13-49FB-BB27-CE972FAC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2. จัด Catalog สินค้า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600BAB-DCC5-4182-8649-45F4573B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เพิ่มสินค้า ราคา รูป หมวดหมู่ tag stock และ import CSV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2CD71-EEB3-4278-83F7-79272CF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04925"/>
            <a:ext cx="4152900" cy="51054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b67cd57dd3454f"/>
          <a:stretch xmlns:a="http://schemas.openxmlformats.org/drawingml/2006/main"/>
        </p:blipFill>
        <p:spPr>
          <a:xfrm xmlns:a="http://schemas.openxmlformats.org/drawingml/2006/main">
            <a:off x="6334125" y="2607469"/>
            <a:ext cx="4000500" cy="25003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F14802-4D44-41BF-BF59-38B1F8EA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04925"/>
            <a:ext cx="3867150" cy="51054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5172f0ce84e4a"/>
          <a:stretch xmlns:a="http://schemas.openxmlformats.org/drawingml/2006/main"/>
        </p:blipFill>
        <p:spPr>
          <a:xfrm xmlns:a="http://schemas.openxmlformats.org/drawingml/2006/main">
            <a:off x="10572750" y="2696766"/>
            <a:ext cx="3714750" cy="2321719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4849A0-64C7-4341-8975-7363887A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8B3C41-D0DA-42D3-8D3A-D4ED8A8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สินค้า master อยู่ที่ Catalog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154BBD-13A9-4FD1-8B58-C41888A9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37E3E-EEF6-446E-9682-DFD443BC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Event Catalog เลือกสินค้าที่ขายเฉพาะงานนั้น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F6109F-6049-4AEF-B3C1-DD5D38ED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043099-85B8-44E5-948F-E1FBF134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คุมราคา/stock ต่อ event ได้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4C3B1A-C425-420A-9C9C-E7A9F52FE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3531928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7E53E-F4D2-4602-B851-D58C7F48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BA3A5-F2A7-4E5C-884D-C1533AE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6E9C3A-9B38-4688-86D6-257F7DB0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B546B-C956-4248-A206-9B81026E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3C32F8-D8D5-4D5C-9E63-D2805D6F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DBE52D-C4C0-4A38-AD61-50407043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3. จัดทีม Staff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9EB796-9519-45B0-88A4-463068FD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เชิญ Manager, Seller/POS และ Queue Staff พร้อมจำกัด event access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5F4F28-09C5-4C4B-90B9-B90B4D4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f293c8388d4c0d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0A68CE-7104-4A1A-AF26-869841B2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E1E75-A0F9-4BA8-958F-5F3B9BFE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กำหนด role ตามหน้าที่จริง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46746-F3FE-4C7A-8ED9-AE36FA95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CC9D5C-831A-49AB-AF56-26D1556E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จำกัด staff ให้ใช้ได้เฉพาะ event ที่เลือก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9829A-4344-45C7-B1D6-00935BDF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EAD5E-BF39-4B79-8DF6-60DE32FD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ส่ง magic link ทางอีเมลให้เริ่มงานเร็ว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6B830-15C2-49D9-860F-9933E1F6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38180536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FE3735-75D6-4846-92EA-072C25CA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A7F0F-71F1-4F40-8AE5-A751A59C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A031D-C7D0-48F6-A356-0195A623F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FD5358-0F7D-451B-A545-3AADFAFC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1FB59F-B5B5-4439-869A-101DCCAC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E33056-59C1-4C32-BD67-3BDF5F0A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4. Live Queue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AB7AF6-BECF-4312-A807-E9D0DEE6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ทีมคิวดูสถานะบูธ จำนวนรอ และกด Call Next บนมือถือได้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04C65-92B3-430E-A2B1-6FBEB946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04925"/>
            <a:ext cx="4152900" cy="51054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35353029540ef"/>
          <a:stretch xmlns:a="http://schemas.openxmlformats.org/drawingml/2006/main"/>
        </p:blipFill>
        <p:spPr>
          <a:xfrm xmlns:a="http://schemas.openxmlformats.org/drawingml/2006/main">
            <a:off x="6995157" y="1381125"/>
            <a:ext cx="2678436" cy="495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B1A36-45C1-4621-8D88-981D3F3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04925"/>
            <a:ext cx="3867150" cy="51054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a2152cd494b26"/>
          <a:stretch xmlns:a="http://schemas.openxmlformats.org/drawingml/2006/main"/>
        </p:blipFill>
        <p:spPr>
          <a:xfrm xmlns:a="http://schemas.openxmlformats.org/drawingml/2006/main">
            <a:off x="10572750" y="2464594"/>
            <a:ext cx="3714750" cy="278606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F0058-A20D-42E7-9AAF-55CB9FF7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F222F-BC67-46B1-A4B6-5B8EDF03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เปิด/ปิด booth และสถานะที่ลูกค้าเห็น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3CEB3-9A0A-4172-843B-F2F08FDB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3441F-14C4-4988-BD34-4C16D955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Call Next แบบ realtime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036038-CB17-4A6C-A33E-815E5E40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6C11A-0F63-4A76-A721-E8BBF72C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เหมาะกับหน้างานที่ถือมือถือหรือ tablet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C897DE-5F28-4C3A-99FD-BF13E11E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8987559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9535C7-79A9-4031-8AF4-E5A20D80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CDF5B-C8BA-47EB-B0BC-E6889E5F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7CE70-EEDE-42F9-8D49-A17A7FC2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F1731A-D237-476A-B094-6A9F45A5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A02F4-52DD-4809-8CF2-A96D466E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6BBAC3-5FEA-44A8-89F9-5CE56CC7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5. POS / Order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F5A18B-5ED4-4778-BC48-3688CF2E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เลือก Walk-in หรือ From Queue แล้วหยิบสินค้าเข้าตะกร้าเพื่อชำระเงิน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07B53-0A75-4D99-984D-D235842F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04925"/>
            <a:ext cx="4152900" cy="51054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267e718860487e"/>
          <a:stretch xmlns:a="http://schemas.openxmlformats.org/drawingml/2006/main"/>
        </p:blipFill>
        <p:spPr>
          <a:xfrm xmlns:a="http://schemas.openxmlformats.org/drawingml/2006/main">
            <a:off x="6995157" y="1381125"/>
            <a:ext cx="2678436" cy="4953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EA31DF-6DF1-4E4F-8C96-407992DA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04925"/>
            <a:ext cx="3867150" cy="51054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bbf2665aa44e6"/>
          <a:stretch xmlns:a="http://schemas.openxmlformats.org/drawingml/2006/main"/>
        </p:blipFill>
        <p:spPr>
          <a:xfrm xmlns:a="http://schemas.openxmlformats.org/drawingml/2006/main">
            <a:off x="10572750" y="2464594"/>
            <a:ext cx="3714750" cy="278606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F2879-1099-4BA5-BF0C-2E1D0EFC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5166A-73C5-4854-84C8-64011469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Product card grid ใช้ได้ทั้งมือถือ iPad และ desktop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E59D16-9C18-48AF-B7BB-F99F9D4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A9611-27DE-4D2C-8BF2-EC771D46F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ตะกร้า sticky เห็นยอดรวมตลอด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FB10E-B384-498C-A14B-1069A781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B526D-B220-4525-9C5A-385A11B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Charge แล้วตัด stock และบันทึก order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2601A-CC42-4617-8FAB-934EA62F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41857699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9D604E-1CFA-4F44-84E1-FE9A85DE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09DAC-EE34-4A72-9F79-2DD020FE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24D39-D060-4A1E-B87B-1460226D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635D2F-31EA-4CF8-AC77-E2EF9F7C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8F7CA-1339-4A4E-899B-EE760C08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871F45-9ED7-4F31-A745-765C2F7D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Customer flow บนมือถือ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11A1C-8369-4CE1-BD34-F847EA14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ลูกค้าเข้าหน้าบูธ ดูรายละเอียดงาน สินค้า และรับคิวด้วยตัวเอง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57F03-4798-4903-9CA5-DC5F2700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066800"/>
            <a:ext cx="2533650" cy="58674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75f6d8d1149a2"/>
          <a:stretch xmlns:a="http://schemas.openxmlformats.org/drawingml/2006/main"/>
        </p:blipFill>
        <p:spPr>
          <a:xfrm xmlns:a="http://schemas.openxmlformats.org/drawingml/2006/main">
            <a:off x="6572250" y="1798780"/>
            <a:ext cx="2381250" cy="44034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AF062A-6269-4A61-9568-FE379B31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66800"/>
            <a:ext cx="2533650" cy="58674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85f7f5028b478b"/>
          <a:stretch xmlns:a="http://schemas.openxmlformats.org/drawingml/2006/main"/>
        </p:blipFill>
        <p:spPr>
          <a:xfrm xmlns:a="http://schemas.openxmlformats.org/drawingml/2006/main">
            <a:off x="9258300" y="1798780"/>
            <a:ext cx="2381250" cy="440344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89C4C8-1C86-4D1D-B8F3-45498F20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1066800"/>
            <a:ext cx="2533650" cy="5867400"/>
          </a:xfrm>
          <a:prstGeom xmlns:a="http://schemas.openxmlformats.org/drawingml/2006/main" prst="roundRect">
            <a:avLst>
              <a:gd name="adj" fmla="val 30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9ee1b5d164b99"/>
          <a:stretch xmlns:a="http://schemas.openxmlformats.org/drawingml/2006/main"/>
        </p:blipFill>
        <p:spPr>
          <a:xfrm xmlns:a="http://schemas.openxmlformats.org/drawingml/2006/main">
            <a:off x="11944350" y="1798780"/>
            <a:ext cx="2381250" cy="440344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C73E7-2F7D-462D-B5D8-39252C0B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763973-5EB2-42B8-8DBE-50E84B13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Home แสดง event และสถานที่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E79C49-9C7D-45E1-A636-501C25AE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0071C-25E5-4EB8-B935-3EEF19BA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Menu แสดงราคา รูป และสถานะสินค้า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1F716-D680-4BA1-A9AB-EAE7E120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2FD91C-EDFC-4E26-A19E-BADB608A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Queue แสดงสถานะบูธและปุ่มรับคิว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74E046-5961-4A1F-9BCD-F46024FF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12155194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014888-EFCE-4825-920C-42FC1DD9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9CBDD-540E-4BA9-A564-E2D520E4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3C4E8F-1082-4EA9-89B1-3D1FBED5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7F352-1428-4954-B047-3EA6D621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8A4AFE-E09D-454E-AEC1-820C137E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2B3044-B034-45A8-BB90-6C0AA2D41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หลังรับคิว: เห็นลำดับทันที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A1D9BE-B70C-4843-B0EB-F4926A2B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หลังลูกค้ากดรับคิว ระบบแสดงเลขคิวและสถานะรอ/เรียกแบบ realtime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3C1CF-9A0F-4271-A1AD-076F3AB5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28700"/>
            <a:ext cx="3152775" cy="5715000"/>
          </a:xfrm>
          <a:prstGeom xmlns:a="http://schemas.openxmlformats.org/drawingml/2006/main" prst="roundRect">
            <a:avLst>
              <a:gd name="adj" fmla="val 24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f3bfb6c8e4808"/>
          <a:stretch xmlns:a="http://schemas.openxmlformats.org/drawingml/2006/main"/>
        </p:blipFill>
        <p:spPr>
          <a:xfrm xmlns:a="http://schemas.openxmlformats.org/drawingml/2006/main">
            <a:off x="8382000" y="1112033"/>
            <a:ext cx="3000375" cy="554833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25C104-E1FE-4D69-80A8-3A9BF8F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9B519C-7315-48FE-BD3A-29D97020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ลูกค้าเห็นเลขคิวของตัวเอง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07505C-8C39-4865-9195-395FBB75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20322F-874D-44D8-868B-F10FB04A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1719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มีสถานะคิวที่กำลังเรียก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5571BE-FA2B-4F8B-A21F-FFFBE1BA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00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B41570-EE40-414B-8024-905A2842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244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ลดการถามซ้ำหน้าบูธ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38354-8DAD-4238-AB65-F9DE5568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2374428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E269E5-65DC-4EDB-A301-51A554B68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F7359-AAFC-4AF6-9E4D-D3A2C0E70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4BA94-5887-4145-8DAD-165903E1C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B7B938-2F3B-465D-AD33-62432391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656259-B64E-44E3-8A20-38E214DE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AB184-CF93-4414-9F15-905DF5F50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Dashboard และยอดขาย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A6590-36C6-4463-9D2D-F92301EA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Creator เห็นยอดขาย order payment queue และภาพรวม event หลังใช้งาน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5A3C1B-90DF-4B4C-8706-61ACD587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53bc7154747a5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AD733-A4A3-42CE-903E-D6C53B2A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D38EF8-44B3-4232-80C2-04EA061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ดูยอดขายและ order summary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8AFE5-EE1E-4881-80C9-D6775E8D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B9F9D-955F-4783-A949-680149E2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ติดตาม queue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4E5656-8332-4CC5-B423-7F0203D4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3AD9E3-6EBD-497E-A32B-9D62A0E9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ใช้ตรวจหลังจบ event และปรับ flow รอบต่อไป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637E32-E649-453D-A943-A1239CF0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8409556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1E3D7D-A3B1-45D1-905A-58FFFD7B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6B495C-5190-4349-8558-8BFAE332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57C7DC-A338-4CDB-8C3E-6CD0FB1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3E6C58-0342-43F3-90A4-F2943EFE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A5469-79D8-4021-BBE5-BE6BA05D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644A3-387A-4379-9C72-5864CC38B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Smoke test ก่อนเริ่มใช้จริง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9171C-C27B-4CCD-98DC-482B4E7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ลำดับทดสอบสั้นๆ สำหรับ owner หรือทีมงานก่อนเปิดให้เพื่อนลอง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EE4CB8-800E-4FDC-B32F-398C160D5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304925"/>
            <a:ext cx="4152900" cy="5105400"/>
          </a:xfrm>
          <a:prstGeom xmlns:a="http://schemas.openxmlformats.org/drawingml/2006/main" prst="roundRect">
            <a:avLst>
              <a:gd name="adj" fmla="val 18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f3c0dab8147b1"/>
          <a:stretch xmlns:a="http://schemas.openxmlformats.org/drawingml/2006/main"/>
        </p:blipFill>
        <p:spPr>
          <a:xfrm xmlns:a="http://schemas.openxmlformats.org/drawingml/2006/main">
            <a:off x="6334125" y="2607469"/>
            <a:ext cx="4000500" cy="2500313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65494-6050-4E37-9B19-A7D1B7B4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1304925"/>
            <a:ext cx="3867150" cy="5105400"/>
          </a:xfrm>
          <a:prstGeom xmlns:a="http://schemas.openxmlformats.org/drawingml/2006/main" prst="roundRect">
            <a:avLst>
              <a:gd name="adj" fmla="val 1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49af208984156"/>
          <a:stretch xmlns:a="http://schemas.openxmlformats.org/drawingml/2006/main"/>
        </p:blipFill>
        <p:spPr>
          <a:xfrm xmlns:a="http://schemas.openxmlformats.org/drawingml/2006/main">
            <a:off x="11090907" y="1381125"/>
            <a:ext cx="2678436" cy="49530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72C887-2922-4889-A09C-589EAC04F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572C8-BA3D-4544-8778-8F7AA115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147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สร้าง event + ใส่ catalog + เปิด booth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09F7A2-E8E5-4EBB-9792-3C2229B7F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59099A-03B1-48CA-AC26-DB48A7C3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672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ลูกค้า test รับคิวจากมือถือหนึ่งเครื่อง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94B769-700A-47FF-AA82-5EEA6D17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560CE1-283E-4557-B35D-72C01377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196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Staff กด Call Next และทำ order test 1 ใบ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2420C0-09BD-4CAC-BF75-BDEF2900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7829FF-DA15-4C7D-ADAC-7EAF1257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3721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เช็ค dashboard ว่ายอดขายและ stock ถูกต้อง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A4B730-E3C6-4C51-B090-A563D397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74580778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E5B815-D083-4295-A524-AB7AE7FC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7D494E-6792-4A70-ABDB-501840FD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640D09-4747-4798-9029-62316820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33400"/>
            <a:ext cx="20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6CB64-F5E5-4AA6-AF13-CC3C2086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62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Nireq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3DCADC-E5B5-4E13-B79D-4DEEC5867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552450"/>
            <a:ext cx="76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6297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6297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C012AA-8F4A-4A78-A067-99ACC4AB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096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Support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43C59-6A07-492F-A4D1-C4D8AB3D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571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ถ้าติดขัดระหว่าง pilot ติดต่อได้ทันที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2557BD-27E7-4DC1-95EF-1DA7BFAC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143000"/>
            <a:ext cx="7391400" cy="4914900"/>
          </a:xfrm>
          <a:prstGeom xmlns:a="http://schemas.openxmlformats.org/drawingml/2006/main" prst="roundRect">
            <a:avLst>
              <a:gd name="adj" fmla="val 15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3D4E4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8dc927bead4094"/>
          <a:stretch xmlns:a="http://schemas.openxmlformats.org/drawingml/2006/main"/>
        </p:blipFill>
        <p:spPr>
          <a:xfrm xmlns:a="http://schemas.openxmlformats.org/drawingml/2006/main">
            <a:off x="6572250" y="133826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E2909A-1B46-47CF-B6BA-C0F6FD51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2979"/>
          </a:solidFill>
          <a:ln xmlns:a="http://schemas.openxmlformats.org/drawingml/2006/main" w="0">
            <a:solidFill>
              <a:srgbClr val="D629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5B6B12-1A03-49FE-B316-CE10A5E6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7338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Email: konglnwzas@gmail.com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B2643-F87B-42ED-9D06-F2DE7997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solidFill>
              <a:srgbClr val="0EA5E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97CF8C-DFFF-412D-85A3-3DC8E8F9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8625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Facebook: facebook.com/kongzas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0D0DB2-3710-469F-BCEB-FDA80A39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2A58C-11B5-41CD-A88C-6ADA8AB5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387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เริ่มจากวงเล็กก่อน แล้วค่อยเปิด creator เพิ่ม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8A3A3D-0E1C-4F1B-BBBF-890BD3F7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20050"/>
            <a:ext cx="1066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8A2B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98A2B3"/>
                </a:solidFill>
                <a:latin typeface="Aptos"/>
                <a:ea typeface="Aptos"/>
                <a:cs typeface="Aptos"/>
              </a:rPr>
              <a:t>DEV preview screenshots • nireqapp--dev-a3j04cfr.web.app</a:t>
            </a:r>
          </a:p>
        </p:txBody>
      </p:sp>
    </p:spTree>
    <p:extLst>
      <p:ext uri="{BB962C8B-B14F-4D97-AF65-F5344CB8AC3E}">
        <p14:creationId xmlns:p14="http://schemas.microsoft.com/office/powerpoint/2010/main" val="1148029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2026-05-24T16:11:37.2020000Z</dcterms:created>
  <dcterms:modified xsi:type="dcterms:W3CDTF">2026-05-24T16:11:37.2020000Z</dcterms:modified>
</coreProperties>
</file>